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2D6E99-C0A1-4EB8-9AB5-AFAC488FB284}" v="27" dt="2026-06-25T01:13:42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山田 学" userId="f8f3e353-c2b4-4697-8a9b-06d42ce5dcbd" providerId="ADAL" clId="{DA6AABB5-5238-4D1A-9280-F58AE9DD7ABF}"/>
    <pc:docChg chg="undo custSel addSld modSld">
      <pc:chgData name="山田 学" userId="f8f3e353-c2b4-4697-8a9b-06d42ce5dcbd" providerId="ADAL" clId="{DA6AABB5-5238-4D1A-9280-F58AE9DD7ABF}" dt="2026-06-25T01:15:11.044" v="193" actId="1076"/>
      <pc:docMkLst>
        <pc:docMk/>
      </pc:docMkLst>
      <pc:sldChg chg="modSp new mod">
        <pc:chgData name="山田 学" userId="f8f3e353-c2b4-4697-8a9b-06d42ce5dcbd" providerId="ADAL" clId="{DA6AABB5-5238-4D1A-9280-F58AE9DD7ABF}" dt="2026-06-25T01:08:45.924" v="117" actId="27636"/>
        <pc:sldMkLst>
          <pc:docMk/>
          <pc:sldMk cId="1368156990" sldId="256"/>
        </pc:sldMkLst>
        <pc:spChg chg="mod">
          <ac:chgData name="山田 学" userId="f8f3e353-c2b4-4697-8a9b-06d42ce5dcbd" providerId="ADAL" clId="{DA6AABB5-5238-4D1A-9280-F58AE9DD7ABF}" dt="2026-06-25T01:08:45.924" v="117" actId="27636"/>
          <ac:spMkLst>
            <pc:docMk/>
            <pc:sldMk cId="1368156990" sldId="256"/>
            <ac:spMk id="2" creationId="{CACEB996-4B6D-3914-A460-8FC4E057ED19}"/>
          </ac:spMkLst>
        </pc:spChg>
        <pc:spChg chg="mod">
          <ac:chgData name="山田 学" userId="f8f3e353-c2b4-4697-8a9b-06d42ce5dcbd" providerId="ADAL" clId="{DA6AABB5-5238-4D1A-9280-F58AE9DD7ABF}" dt="2026-06-25T01:08:45.909" v="116" actId="2711"/>
          <ac:spMkLst>
            <pc:docMk/>
            <pc:sldMk cId="1368156990" sldId="256"/>
            <ac:spMk id="3" creationId="{4444DF34-C134-0D00-5452-BA756A366E4D}"/>
          </ac:spMkLst>
        </pc:spChg>
      </pc:sldChg>
      <pc:sldChg chg="addSp delSp modSp new mod modTransition">
        <pc:chgData name="山田 学" userId="f8f3e353-c2b4-4697-8a9b-06d42ce5dcbd" providerId="ADAL" clId="{DA6AABB5-5238-4D1A-9280-F58AE9DD7ABF}" dt="2026-06-25T01:12:24.705" v="154" actId="20577"/>
        <pc:sldMkLst>
          <pc:docMk/>
          <pc:sldMk cId="2065679322" sldId="257"/>
        </pc:sldMkLst>
        <pc:spChg chg="mod">
          <ac:chgData name="山田 学" userId="f8f3e353-c2b4-4697-8a9b-06d42ce5dcbd" providerId="ADAL" clId="{DA6AABB5-5238-4D1A-9280-F58AE9DD7ABF}" dt="2026-06-25T01:09:04.655" v="118" actId="2711"/>
          <ac:spMkLst>
            <pc:docMk/>
            <pc:sldMk cId="2065679322" sldId="257"/>
            <ac:spMk id="2" creationId="{26BB9D25-9953-8DE1-B431-9EA313B4E127}"/>
          </ac:spMkLst>
        </pc:spChg>
        <pc:spChg chg="del">
          <ac:chgData name="山田 学" userId="f8f3e353-c2b4-4697-8a9b-06d42ce5dcbd" providerId="ADAL" clId="{DA6AABB5-5238-4D1A-9280-F58AE9DD7ABF}" dt="2026-06-25T00:56:31.963" v="6" actId="478"/>
          <ac:spMkLst>
            <pc:docMk/>
            <pc:sldMk cId="2065679322" sldId="257"/>
            <ac:spMk id="3" creationId="{B9BB8F71-591E-C833-434B-7F602A6B6014}"/>
          </ac:spMkLst>
        </pc:spChg>
        <pc:spChg chg="add mod">
          <ac:chgData name="山田 学" userId="f8f3e353-c2b4-4697-8a9b-06d42ce5dcbd" providerId="ADAL" clId="{DA6AABB5-5238-4D1A-9280-F58AE9DD7ABF}" dt="2026-06-25T01:02:37.207" v="45" actId="1076"/>
          <ac:spMkLst>
            <pc:docMk/>
            <pc:sldMk cId="2065679322" sldId="257"/>
            <ac:spMk id="6" creationId="{B188483F-7BF4-6CC5-9B52-B25311D66671}"/>
          </ac:spMkLst>
        </pc:spChg>
        <pc:graphicFrameChg chg="add mod modGraphic">
          <ac:chgData name="山田 学" userId="f8f3e353-c2b4-4697-8a9b-06d42ce5dcbd" providerId="ADAL" clId="{DA6AABB5-5238-4D1A-9280-F58AE9DD7ABF}" dt="2026-06-25T01:12:24.705" v="154" actId="20577"/>
          <ac:graphicFrameMkLst>
            <pc:docMk/>
            <pc:sldMk cId="2065679322" sldId="257"/>
            <ac:graphicFrameMk id="4" creationId="{170B1192-F433-A23B-31F6-E05E72A84F5C}"/>
          </ac:graphicFrameMkLst>
        </pc:graphicFrameChg>
      </pc:sldChg>
      <pc:sldChg chg="addSp delSp modSp new mod">
        <pc:chgData name="山田 学" userId="f8f3e353-c2b4-4697-8a9b-06d42ce5dcbd" providerId="ADAL" clId="{DA6AABB5-5238-4D1A-9280-F58AE9DD7ABF}" dt="2026-06-25T01:12:10.688" v="150" actId="404"/>
        <pc:sldMkLst>
          <pc:docMk/>
          <pc:sldMk cId="880367515" sldId="258"/>
        </pc:sldMkLst>
        <pc:spChg chg="mod">
          <ac:chgData name="山田 学" userId="f8f3e353-c2b4-4697-8a9b-06d42ce5dcbd" providerId="ADAL" clId="{DA6AABB5-5238-4D1A-9280-F58AE9DD7ABF}" dt="2026-06-25T00:57:55.637" v="17"/>
          <ac:spMkLst>
            <pc:docMk/>
            <pc:sldMk cId="880367515" sldId="258"/>
            <ac:spMk id="2" creationId="{96633FE8-3200-A9F2-F891-8BFD85E9F18A}"/>
          </ac:spMkLst>
        </pc:spChg>
        <pc:spChg chg="del">
          <ac:chgData name="山田 学" userId="f8f3e353-c2b4-4697-8a9b-06d42ce5dcbd" providerId="ADAL" clId="{DA6AABB5-5238-4D1A-9280-F58AE9DD7ABF}" dt="2026-06-25T00:57:59.547" v="18" actId="478"/>
          <ac:spMkLst>
            <pc:docMk/>
            <pc:sldMk cId="880367515" sldId="258"/>
            <ac:spMk id="3" creationId="{D2EDEEA8-2F0A-C65C-F801-F49091EAA40B}"/>
          </ac:spMkLst>
        </pc:spChg>
        <pc:spChg chg="add mod">
          <ac:chgData name="山田 学" userId="f8f3e353-c2b4-4697-8a9b-06d42ce5dcbd" providerId="ADAL" clId="{DA6AABB5-5238-4D1A-9280-F58AE9DD7ABF}" dt="2026-06-25T01:02:25.207" v="43" actId="1076"/>
          <ac:spMkLst>
            <pc:docMk/>
            <pc:sldMk cId="880367515" sldId="258"/>
            <ac:spMk id="6" creationId="{A5CA903F-5578-614F-5240-0B599D6D281A}"/>
          </ac:spMkLst>
        </pc:spChg>
        <pc:graphicFrameChg chg="add mod modGraphic">
          <ac:chgData name="山田 学" userId="f8f3e353-c2b4-4697-8a9b-06d42ce5dcbd" providerId="ADAL" clId="{DA6AABB5-5238-4D1A-9280-F58AE9DD7ABF}" dt="2026-06-25T01:12:10.688" v="150" actId="404"/>
          <ac:graphicFrameMkLst>
            <pc:docMk/>
            <pc:sldMk cId="880367515" sldId="258"/>
            <ac:graphicFrameMk id="4" creationId="{01A9F9F7-0BD1-E1CA-74EF-BA58E7FCD8B1}"/>
          </ac:graphicFrameMkLst>
        </pc:graphicFrameChg>
      </pc:sldChg>
      <pc:sldChg chg="addSp delSp modSp new mod">
        <pc:chgData name="山田 学" userId="f8f3e353-c2b4-4697-8a9b-06d42ce5dcbd" providerId="ADAL" clId="{DA6AABB5-5238-4D1A-9280-F58AE9DD7ABF}" dt="2026-06-25T01:15:11.044" v="193" actId="1076"/>
        <pc:sldMkLst>
          <pc:docMk/>
          <pc:sldMk cId="3033214376" sldId="259"/>
        </pc:sldMkLst>
        <pc:spChg chg="mod">
          <ac:chgData name="山田 学" userId="f8f3e353-c2b4-4697-8a9b-06d42ce5dcbd" providerId="ADAL" clId="{DA6AABB5-5238-4D1A-9280-F58AE9DD7ABF}" dt="2026-06-25T00:58:59.066" v="27"/>
          <ac:spMkLst>
            <pc:docMk/>
            <pc:sldMk cId="3033214376" sldId="259"/>
            <ac:spMk id="2" creationId="{7CF03814-4143-8CFE-26BB-960E6AAAC4FF}"/>
          </ac:spMkLst>
        </pc:spChg>
        <pc:spChg chg="del">
          <ac:chgData name="山田 学" userId="f8f3e353-c2b4-4697-8a9b-06d42ce5dcbd" providerId="ADAL" clId="{DA6AABB5-5238-4D1A-9280-F58AE9DD7ABF}" dt="2026-06-25T01:04:06.215" v="54" actId="478"/>
          <ac:spMkLst>
            <pc:docMk/>
            <pc:sldMk cId="3033214376" sldId="259"/>
            <ac:spMk id="3" creationId="{9C291CC6-60AC-255D-030D-74922A293BB1}"/>
          </ac:spMkLst>
        </pc:spChg>
        <pc:spChg chg="add mod">
          <ac:chgData name="山田 学" userId="f8f3e353-c2b4-4697-8a9b-06d42ce5dcbd" providerId="ADAL" clId="{DA6AABB5-5238-4D1A-9280-F58AE9DD7ABF}" dt="2026-06-25T01:04:04.304" v="53" actId="1076"/>
          <ac:spMkLst>
            <pc:docMk/>
            <pc:sldMk cId="3033214376" sldId="259"/>
            <ac:spMk id="5" creationId="{80C8C5F1-8A89-53EC-63CA-028327AA2049}"/>
          </ac:spMkLst>
        </pc:spChg>
        <pc:graphicFrameChg chg="add del mod">
          <ac:chgData name="山田 学" userId="f8f3e353-c2b4-4697-8a9b-06d42ce5dcbd" providerId="ADAL" clId="{DA6AABB5-5238-4D1A-9280-F58AE9DD7ABF}" dt="2026-06-25T01:04:14.625" v="56" actId="478"/>
          <ac:graphicFrameMkLst>
            <pc:docMk/>
            <pc:sldMk cId="3033214376" sldId="259"/>
            <ac:graphicFrameMk id="6" creationId="{2FBDCEB1-9945-5611-70FA-1F0B80973FFC}"/>
          </ac:graphicFrameMkLst>
        </pc:graphicFrameChg>
        <pc:graphicFrameChg chg="add mod modGraphic">
          <ac:chgData name="山田 学" userId="f8f3e353-c2b4-4697-8a9b-06d42ce5dcbd" providerId="ADAL" clId="{DA6AABB5-5238-4D1A-9280-F58AE9DD7ABF}" dt="2026-06-25T01:15:11.044" v="193" actId="1076"/>
          <ac:graphicFrameMkLst>
            <pc:docMk/>
            <pc:sldMk cId="3033214376" sldId="259"/>
            <ac:graphicFrameMk id="7" creationId="{A3174212-FFF0-12CE-2911-4ADE4BF494B3}"/>
          </ac:graphicFrameMkLst>
        </pc:graphicFrameChg>
      </pc:sldChg>
      <pc:sldChg chg="addSp delSp modSp new mod">
        <pc:chgData name="山田 学" userId="f8f3e353-c2b4-4697-8a9b-06d42ce5dcbd" providerId="ADAL" clId="{DA6AABB5-5238-4D1A-9280-F58AE9DD7ABF}" dt="2026-06-25T01:08:33.283" v="115" actId="2711"/>
        <pc:sldMkLst>
          <pc:docMk/>
          <pc:sldMk cId="2186552687" sldId="260"/>
        </pc:sldMkLst>
        <pc:spChg chg="mod">
          <ac:chgData name="山田 学" userId="f8f3e353-c2b4-4697-8a9b-06d42ce5dcbd" providerId="ADAL" clId="{DA6AABB5-5238-4D1A-9280-F58AE9DD7ABF}" dt="2026-06-25T01:08:23.891" v="114" actId="2711"/>
          <ac:spMkLst>
            <pc:docMk/>
            <pc:sldMk cId="2186552687" sldId="260"/>
            <ac:spMk id="2" creationId="{45C185CA-BDA1-DF1C-BC66-4FB0C4880181}"/>
          </ac:spMkLst>
        </pc:spChg>
        <pc:spChg chg="del">
          <ac:chgData name="山田 学" userId="f8f3e353-c2b4-4697-8a9b-06d42ce5dcbd" providerId="ADAL" clId="{DA6AABB5-5238-4D1A-9280-F58AE9DD7ABF}" dt="2026-06-25T01:06:09.222" v="70" actId="478"/>
          <ac:spMkLst>
            <pc:docMk/>
            <pc:sldMk cId="2186552687" sldId="260"/>
            <ac:spMk id="3" creationId="{70EEF446-019C-11C1-6092-C605EF922EBA}"/>
          </ac:spMkLst>
        </pc:spChg>
        <pc:spChg chg="add mod">
          <ac:chgData name="山田 学" userId="f8f3e353-c2b4-4697-8a9b-06d42ce5dcbd" providerId="ADAL" clId="{DA6AABB5-5238-4D1A-9280-F58AE9DD7ABF}" dt="2026-06-25T01:08:23.891" v="114" actId="2711"/>
          <ac:spMkLst>
            <pc:docMk/>
            <pc:sldMk cId="2186552687" sldId="260"/>
            <ac:spMk id="6" creationId="{649E26FB-B6AE-B753-AED1-A39CE276E1F6}"/>
          </ac:spMkLst>
        </pc:spChg>
        <pc:graphicFrameChg chg="add mod modGraphic">
          <ac:chgData name="山田 学" userId="f8f3e353-c2b4-4697-8a9b-06d42ce5dcbd" providerId="ADAL" clId="{DA6AABB5-5238-4D1A-9280-F58AE9DD7ABF}" dt="2026-06-25T01:08:33.283" v="115" actId="2711"/>
          <ac:graphicFrameMkLst>
            <pc:docMk/>
            <pc:sldMk cId="2186552687" sldId="260"/>
            <ac:graphicFrameMk id="4" creationId="{0D444C6E-C4F6-CA73-0C87-50F22FFF914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51C7DF-A81E-CDCE-35D3-E4A582A05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897C4F6-78E6-4423-A08B-3D7405940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3BDA05-C001-946D-DDC3-627EAA68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F12C-1935-48F4-AE8D-43CC604D76B2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0E5057-22C5-165F-E38D-32EDCBAE8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5EEE0C-17BA-F424-B3BA-E1E082436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CF03-14E9-4260-B274-19E94C13A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761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48655D-AB27-F458-2491-8D42A140A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6F143D-3FB5-AAB8-B40D-34098EE7D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40F656-7D5D-A6C5-3B13-9C031289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F12C-1935-48F4-AE8D-43CC604D76B2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354E75-16D8-A975-8694-2F8AD6CDC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6198E8-B899-758E-5BA7-7338AF25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CF03-14E9-4260-B274-19E94C13A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182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CAB9EA-C3EA-5EB9-9B16-1D95F475B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11BBE3-4FFB-56F3-8108-CF4F0934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6FFE50-39E6-E2D5-BBD9-AB8923F1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F12C-1935-48F4-AE8D-43CC604D76B2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69EFE9-8FE4-BA4B-7F96-0B4002E7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7E7A4E-47F1-B66C-2827-E802798B4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CF03-14E9-4260-B274-19E94C13A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77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E273EC-833A-E030-CCFB-00ADDAFE0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29D73E-2C8E-99F4-1140-85916F1AA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134332-25D5-0E86-244A-FA44088A0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AA9BCE-5E5D-E993-B50B-66CC2C2F3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F12C-1935-48F4-AE8D-43CC604D76B2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81A999-2CFA-6492-C7BE-3DC16C5E4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B68D3B-1FFA-C12F-37CE-0291593B7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CF03-14E9-4260-B274-19E94C13A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26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CD82F8-447F-C922-BA9A-D194EF707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FEB98B-C10D-9202-9DC1-8ED7FD8D5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DDCFB36-CBE0-6E19-4A0B-9F301E106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76BE7BC-D5C5-5EE8-CB61-F32757070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AFEAD0B-C397-F409-8324-A516169D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927CCED-8D11-3B25-E073-BE4846A2E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F12C-1935-48F4-AE8D-43CC604D76B2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D425220-0583-A5AC-D6E7-7455A241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C35BAD8-043B-D649-2C57-CF7C63FD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CF03-14E9-4260-B274-19E94C13A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794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C74164-4FDB-54FB-9678-5B124030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2E7011C-3F61-C3B7-2788-E3B44CC5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F12C-1935-48F4-AE8D-43CC604D76B2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2FB7A2F-3951-16D7-F0BA-1A64239C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5F6A75D-4715-DAFE-F885-CDA2034C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CF03-14E9-4260-B274-19E94C13A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8948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9A823E0-A696-6F6B-2779-BE13AEA7F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F12C-1935-48F4-AE8D-43CC604D76B2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FAA6039-1214-84F6-166B-B4F779FB2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996BA8-58BE-F0E6-D5BC-0F189DD3C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CF03-14E9-4260-B274-19E94C13A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9345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CA002-950E-2295-3E4A-E520F06E6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9FC3AF-3784-5257-6C82-A2611D966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AA9356-DE48-37BF-0F41-CA9C14E77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CAFBC4-79F6-7BCE-913B-0CC82326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F12C-1935-48F4-AE8D-43CC604D76B2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C9E188-3912-6E72-EE76-19884C2C5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95E47F-E8C8-2210-284D-FE50CB5E9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CF03-14E9-4260-B274-19E94C13A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27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29C79B-2FB3-3200-AD5A-05326AD11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8A486E9-61A1-2A86-9FB3-E98328E22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AFB9CDB-A943-3A32-B6DA-C247CC17C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83D301-FC2A-72B6-863F-3FA35106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F12C-1935-48F4-AE8D-43CC604D76B2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79803F-D77A-5EDD-52E8-C22F2FF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45147F-AC9B-911B-B932-3D35210D2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CF03-14E9-4260-B274-19E94C13A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359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4CDE64-4D13-C147-1AA0-E879DD5C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4F631B-9EA9-CAC5-2628-ACA35D817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5AA95B-D8DF-563B-1BE2-3C23FD20C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F12C-1935-48F4-AE8D-43CC604D76B2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76148C-7B1E-85DA-2EDF-C1BB47AF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43E08D-2520-2FE5-8681-634E5D5AE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CF03-14E9-4260-B274-19E94C13A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113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E3A4194-F927-3EAA-035C-57DCA9E4F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42983C-90FB-0649-E88F-BD68C9178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590F7E-6CA2-F835-17DA-D00556DC1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F12C-1935-48F4-AE8D-43CC604D76B2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DEDC04-3F81-417C-679E-42873906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87E175-519A-AE3E-FD11-526C7D548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CF03-14E9-4260-B274-19E94C13A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465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F99EE1-E486-4CCE-075C-54D5A6E75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0D8DEB-244F-E855-8D2F-B0B15CC23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3AD6B0-2F49-69B3-23FE-F0423D2DE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B8B6F12C-1935-48F4-AE8D-43CC604D76B2}" type="datetimeFigureOut">
              <a:rPr lang="ja-JP" altLang="en-US" smtClean="0"/>
              <a:pPr/>
              <a:t>2026/6/25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CBACEA-D804-1E0C-634A-A71481CA7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267919-7DAA-C4C1-21A0-48120491C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D61CCF03-14E9-4260-B274-19E94C13AA63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638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CEB996-4B6D-3914-A460-8FC4E057E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オリフィス規格比較 &amp; 密度計算モデル（EOS）比較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44DF34-C134-0D00-5452-BA756A366E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ASME / ISO / JIS ＋ EOS（Ideal Gas〜GERG‑2008）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8156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BB9D25-9953-8DE1-B431-9EA313B4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オリフィス規格の概要比較</a:t>
            </a:r>
            <a:r>
              <a:rPr lang="ja-JP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（要点まとめ）</a:t>
            </a:r>
            <a:endParaRPr kumimoji="1"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170B1192-F433-A23B-31F6-E05E72A84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398966"/>
              </p:ext>
            </p:extLst>
          </p:nvPr>
        </p:nvGraphicFramePr>
        <p:xfrm>
          <a:off x="1450110" y="2418080"/>
          <a:ext cx="990369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1230">
                  <a:extLst>
                    <a:ext uri="{9D8B030D-6E8A-4147-A177-3AD203B41FA5}">
                      <a16:colId xmlns:a16="http://schemas.microsoft.com/office/drawing/2014/main" val="3773494077"/>
                    </a:ext>
                  </a:extLst>
                </a:gridCol>
                <a:gridCol w="2284460">
                  <a:extLst>
                    <a:ext uri="{9D8B030D-6E8A-4147-A177-3AD203B41FA5}">
                      <a16:colId xmlns:a16="http://schemas.microsoft.com/office/drawing/2014/main" val="4133594832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819827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規格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位置づけ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特徴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361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ASME MFC‑14M‑2003</a:t>
                      </a:r>
                      <a:endParaRPr lang="ja-JP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小口径専用（米国）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D=6〜40mm、β=0.10〜0.80</a:t>
                      </a:r>
                      <a:endParaRPr lang="en-US" altLang="ja-JP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小口径特化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70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ISO 5167:2022</a:t>
                      </a:r>
                      <a:endParaRPr lang="en-US" altLang="ja-JP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>
                        <a:buNone/>
                      </a:pPr>
                      <a:r>
                        <a:rPr lang="en-US" altLang="ja-JP" sz="12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JIS Z8762</a:t>
                      </a:r>
                      <a:r>
                        <a:rPr lang="ja-JP" altLang="en-US" sz="12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</a:t>
                      </a:r>
                      <a:r>
                        <a:rPr lang="en-US" altLang="ja-JP" sz="12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2003</a:t>
                      </a:r>
                      <a:r>
                        <a:rPr lang="ja-JP" altLang="en-US" sz="12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とほぼ同じ</a:t>
                      </a:r>
                      <a:endParaRPr lang="ja-JP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最新の国際標準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D=50〜1000mm</a:t>
                      </a:r>
                      <a:endParaRPr lang="en-US" altLang="ja-JP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RNG式採用</a:t>
                      </a:r>
                      <a:endParaRPr lang="en-US" altLang="ja-JP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最も一般的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709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JIS Z 8762:1995</a:t>
                      </a:r>
                      <a:endParaRPr lang="ja-JP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旧国内規格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ISO 旧版相当</a:t>
                      </a:r>
                      <a:endParaRPr lang="en-US" altLang="ja-JP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ストルツ式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8825471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188483F-7BF4-6CC5-9B52-B25311D66671}"/>
              </a:ext>
            </a:extLst>
          </p:cNvPr>
          <p:cNvSpPr txBox="1"/>
          <p:nvPr/>
        </p:nvSpPr>
        <p:spPr>
          <a:xfrm>
            <a:off x="1450110" y="20487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オリフィス規格の位置づけ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5679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633FE8-3200-A9F2-F891-8BFD85E9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/>
              <a:t>オリフィス規格の詳細比較（表）</a:t>
            </a:r>
            <a:endParaRPr kumimoji="1" lang="ja-JP" altLang="en-US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1A9F9F7-0BD1-E1CA-74EF-BA58E7FCD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822546"/>
              </p:ext>
            </p:extLst>
          </p:nvPr>
        </p:nvGraphicFramePr>
        <p:xfrm>
          <a:off x="2032000" y="2181860"/>
          <a:ext cx="8128000" cy="26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261318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54707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2482999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051601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ASME MFC‑14M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ISO 5167:2022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JIS Z 8762</a:t>
                      </a:r>
                      <a:r>
                        <a:rPr lang="en-US" alt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:1995</a:t>
                      </a:r>
                      <a:endParaRPr lang="ja-JP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643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配管内径 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6–40 mm</a:t>
                      </a:r>
                      <a:endParaRPr lang="ja-JP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50–1000 mm</a:t>
                      </a:r>
                      <a:endParaRPr lang="ja-JP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50–1000 mm</a:t>
                      </a:r>
                      <a:endParaRPr lang="ja-JP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1346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β比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0.10–0.80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0.10–0.75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0.20–0.75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56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流量係数モデル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Stolz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R‑H/G（RNG）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Stolz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537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流体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気体・液体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気体・液体・蒸気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気体・液体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311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Re 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1,000〜</a:t>
                      </a:r>
                      <a:endParaRPr lang="en-US" altLang="ja-JP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>
                        <a:buNone/>
                      </a:pPr>
                      <a:r>
                        <a:rPr 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コーナータップ</a:t>
                      </a:r>
                      <a:r>
                        <a:rPr 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5,000〜）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5,000〜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5,000〜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151420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5CA903F-5578-614F-5240-0B599D6D281A}"/>
              </a:ext>
            </a:extLst>
          </p:cNvPr>
          <p:cNvSpPr txBox="1"/>
          <p:nvPr/>
        </p:nvSpPr>
        <p:spPr>
          <a:xfrm>
            <a:off x="2032000" y="17705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主要仕様比較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0367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F03814-4143-8CFE-26BB-960E6AAA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/>
              <a:t>密度計算モデル（EOS）分類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C8C5F1-8A89-53EC-63CA-028327AA2049}"/>
              </a:ext>
            </a:extLst>
          </p:cNvPr>
          <p:cNvSpPr txBox="1"/>
          <p:nvPr/>
        </p:nvSpPr>
        <p:spPr>
          <a:xfrm>
            <a:off x="838200" y="13888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EOS の位置づけ（簡易 → 高精度）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A3174212-FFF0-12CE-2911-4ADE4BF49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793043"/>
              </p:ext>
            </p:extLst>
          </p:nvPr>
        </p:nvGraphicFramePr>
        <p:xfrm>
          <a:off x="1995631" y="1796335"/>
          <a:ext cx="8200737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3887">
                  <a:extLst>
                    <a:ext uri="{9D8B030D-6E8A-4147-A177-3AD203B41FA5}">
                      <a16:colId xmlns:a16="http://schemas.microsoft.com/office/drawing/2014/main" val="31283927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241703453"/>
                    </a:ext>
                  </a:extLst>
                </a:gridCol>
                <a:gridCol w="1749713">
                  <a:extLst>
                    <a:ext uri="{9D8B030D-6E8A-4147-A177-3AD203B41FA5}">
                      <a16:colId xmlns:a16="http://schemas.microsoft.com/office/drawing/2014/main" val="2611143203"/>
                    </a:ext>
                  </a:extLst>
                </a:gridCol>
                <a:gridCol w="2104737">
                  <a:extLst>
                    <a:ext uri="{9D8B030D-6E8A-4147-A177-3AD203B41FA5}">
                      <a16:colId xmlns:a16="http://schemas.microsoft.com/office/drawing/2014/main" val="582802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モデル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種類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精度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主用途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725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理想気体</a:t>
                      </a:r>
                      <a:endParaRPr lang="en-US" altLang="ja-JP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>
                        <a:buNone/>
                      </a:pPr>
                      <a:r>
                        <a:rPr 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Ideal Gas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簡易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誤差大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空気・窒素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8128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Redlich-Kwong</a:t>
                      </a:r>
                    </a:p>
                    <a:p>
                      <a:pPr>
                        <a:buNone/>
                      </a:pPr>
                      <a:r>
                        <a:rPr lang="en-US" alt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RK</a:t>
                      </a:r>
                      <a:r>
                        <a:rPr lang="en-US" alt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lang="ja-JP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古典 EOS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中程度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非極性ガス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463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Soave–Redlich–Kwong</a:t>
                      </a:r>
                    </a:p>
                    <a:p>
                      <a:pPr>
                        <a:buNone/>
                      </a:pPr>
                      <a:r>
                        <a:rPr lang="en-US" alt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SRK</a:t>
                      </a:r>
                      <a:r>
                        <a:rPr lang="en-US" alt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lang="ja-JP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改良 EOS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実務的に良好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炭化水素・VLE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790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Peng-Robinson </a:t>
                      </a:r>
                      <a:br>
                        <a:rPr lang="en-US" alt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en-US" alt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PR</a:t>
                      </a:r>
                      <a:r>
                        <a:rPr lang="en-US" alt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lang="ja-JP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改良 EOS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SRK 同等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プロセス計算標準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357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AGA8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高精度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0.1〜1%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天然ガス計量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6832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GERG‑2008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最高精度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0.1%以下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LNG・高圧・多成分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49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214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C185CA-BDA1-DF1C-BC66-4FB0C4880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EOS の適用範囲（圧力・温度）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D444C6E-C4F6-CA73-0C87-50F22FFF9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674361"/>
              </p:ext>
            </p:extLst>
          </p:nvPr>
        </p:nvGraphicFramePr>
        <p:xfrm>
          <a:off x="1893454" y="2880975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532338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9089082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618063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65037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モデル</a:t>
                      </a:r>
                      <a:endParaRPr lang="ja-JP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圧力範囲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温度範囲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特徴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123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Ideal Gas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〜数 MPa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常温〜高温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高圧不可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405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〜数十 MPa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広い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古典式、臨界弱い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807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〜数十 MPa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広い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VLE に強い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361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〜数十 MPa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広い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安定・高速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15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AGA8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0〜35 MPa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-130〜130℃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天然ガス標準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273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GERG‑2008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〜65 MPa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極低温〜高温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LNG・高圧対応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509390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49E26FB-B6AE-B753-AED1-A39CE276E1F6}"/>
              </a:ext>
            </a:extLst>
          </p:cNvPr>
          <p:cNvSpPr txBox="1"/>
          <p:nvPr/>
        </p:nvSpPr>
        <p:spPr>
          <a:xfrm>
            <a:off x="1893454" y="23137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圧力・温度の適用領域比較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6552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338</Words>
  <Application>Microsoft Office PowerPoint</Application>
  <PresentationFormat>ワイド画面</PresentationFormat>
  <Paragraphs>111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Meiryo UI</vt:lpstr>
      <vt:lpstr>游ゴシック Light</vt:lpstr>
      <vt:lpstr>Arial</vt:lpstr>
      <vt:lpstr>Office テーマ</vt:lpstr>
      <vt:lpstr>オリフィス規格比較 &amp; 密度計算モデル（EOS）比較</vt:lpstr>
      <vt:lpstr>オリフィス規格の概要比較（要点まとめ）</vt:lpstr>
      <vt:lpstr>オリフィス規格の詳細比較（表）</vt:lpstr>
      <vt:lpstr>密度計算モデル（EOS）分類</vt:lpstr>
      <vt:lpstr>EOS の適用範囲（圧力・温度）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山田 学</dc:creator>
  <cp:lastModifiedBy>山田 学</cp:lastModifiedBy>
  <cp:revision>1</cp:revision>
  <dcterms:created xsi:type="dcterms:W3CDTF">2026-06-25T00:33:18Z</dcterms:created>
  <dcterms:modified xsi:type="dcterms:W3CDTF">2026-06-25T01:15:19Z</dcterms:modified>
</cp:coreProperties>
</file>